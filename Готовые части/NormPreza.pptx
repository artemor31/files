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71" r:id="rId4"/>
    <p:sldId id="259" r:id="rId5"/>
    <p:sldId id="267" r:id="rId6"/>
    <p:sldId id="260" r:id="rId7"/>
    <p:sldId id="261" r:id="rId8"/>
    <p:sldId id="264" r:id="rId9"/>
    <p:sldId id="268" r:id="rId10"/>
    <p:sldId id="262" r:id="rId11"/>
    <p:sldId id="269" r:id="rId12"/>
    <p:sldId id="265" r:id="rId13"/>
    <p:sldId id="272" r:id="rId14"/>
    <p:sldId id="266" r:id="rId15"/>
    <p:sldId id="263" r:id="rId16"/>
    <p:sldId id="270" r:id="rId17"/>
  </p:sldIdLst>
  <p:sldSz cx="12192000" cy="6858000"/>
  <p:notesSz cx="6858000" cy="9144000"/>
  <p:defaultTextStyle>
    <a:defPPr>
      <a:defRPr lang="ru-RU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8BD88"/>
    <a:srgbClr val="EADA9E"/>
    <a:srgbClr val="E8E5A0"/>
    <a:srgbClr val="B3D5B4"/>
    <a:srgbClr val="93C394"/>
    <a:srgbClr val="FFEDB3"/>
    <a:srgbClr val="FFDE75"/>
    <a:srgbClr val="A8AEC4"/>
    <a:srgbClr val="AAC2B3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Средний стиль 2 — акцент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D5ABB26-0587-4C30-8999-92F81FD0307C}" styleName="Нет стиля, нет сетки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35758FB7-9AC5-4552-8A53-C91805E547FA}" styleName="Стиль из темы 1 - акцент 5">
    <a:tblBg>
      <a:fillRef idx="2">
        <a:schemeClr val="accent5"/>
      </a:fillRef>
      <a:effectRef idx="1">
        <a:schemeClr val="accent5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5"/>
            </a:lnRef>
          </a:left>
          <a:right>
            <a:lnRef idx="1">
              <a:schemeClr val="accent5"/>
            </a:lnRef>
          </a:right>
          <a:top>
            <a:lnRef idx="1">
              <a:schemeClr val="accent5"/>
            </a:lnRef>
          </a:top>
          <a:bottom>
            <a:lnRef idx="1">
              <a:schemeClr val="accent5"/>
            </a:lnRef>
          </a:bottom>
          <a:insideH>
            <a:lnRef idx="1">
              <a:schemeClr val="accent5"/>
            </a:lnRef>
          </a:insideH>
          <a:insideV>
            <a:lnRef idx="1">
              <a:schemeClr val="accent5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5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5"/>
            </a:lnRef>
          </a:top>
          <a:bottom>
            <a:lnRef idx="1">
              <a:schemeClr val="accent5"/>
            </a:lnRef>
          </a:bottom>
        </a:tcBdr>
        <a:fill>
          <a:solidFill>
            <a:schemeClr val="accent5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5"/>
            </a:lnRef>
          </a:left>
          <a:right>
            <a:lnRef idx="1">
              <a:schemeClr val="accent5"/>
            </a:lnRef>
          </a:right>
          <a:top>
            <a:lnRef idx="1">
              <a:schemeClr val="accent5"/>
            </a:lnRef>
          </a:top>
          <a:bottom>
            <a:lnRef idx="1">
              <a:schemeClr val="accent5"/>
            </a:lnRef>
          </a:bottom>
          <a:insideH>
            <a:lnRef idx="1">
              <a:schemeClr val="accent5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5"/>
            </a:lnRef>
          </a:left>
          <a:right>
            <a:lnRef idx="2">
              <a:schemeClr val="accent5"/>
            </a:lnRef>
          </a:right>
          <a:top>
            <a:lnRef idx="1">
              <a:schemeClr val="accent5"/>
            </a:lnRef>
          </a:top>
          <a:bottom>
            <a:lnRef idx="1">
              <a:schemeClr val="accent5"/>
            </a:lnRef>
          </a:bottom>
          <a:insideH>
            <a:lnRef idx="1">
              <a:schemeClr val="accent5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5"/>
            </a:lnRef>
          </a:left>
          <a:right>
            <a:lnRef idx="1">
              <a:schemeClr val="accent5"/>
            </a:lnRef>
          </a:right>
          <a:top>
            <a:lnRef idx="2">
              <a:schemeClr val="accent5"/>
            </a:lnRef>
          </a:top>
          <a:bottom>
            <a:lnRef idx="2">
              <a:schemeClr val="accent5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5"/>
            </a:lnRef>
          </a:left>
          <a:right>
            <a:lnRef idx="1">
              <a:schemeClr val="accent5"/>
            </a:lnRef>
          </a:right>
          <a:top>
            <a:lnRef idx="1">
              <a:schemeClr val="accent5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5"/>
          </a:solidFill>
        </a:fill>
      </a:tcStyle>
    </a:firstRow>
  </a:tblStyle>
  <a:tblStyle styleId="{616DA210-FB5B-4158-B5E0-FEB733F419BA}" styleName="Светлый стиль 3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4472" autoAdjust="0"/>
    <p:restoredTop sz="94660"/>
  </p:normalViewPr>
  <p:slideViewPr>
    <p:cSldViewPr snapToGrid="0">
      <p:cViewPr varScale="1">
        <p:scale>
          <a:sx n="82" d="100"/>
          <a:sy n="82" d="100"/>
        </p:scale>
        <p:origin x="744" y="7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presProps" Target="presProps.xml"/><Relationship Id="rId3" Type="http://schemas.openxmlformats.org/officeDocument/2006/relationships/slide" Target="slides/slide2.xml"/><Relationship Id="rId21" Type="http://schemas.openxmlformats.org/officeDocument/2006/relationships/tableStyles" Target="tableStyle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Титульны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363C2E03-6B42-1698-717F-D6FA95621362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ru-RU"/>
              <a:t>Образец заголовка</a:t>
            </a:r>
          </a:p>
        </p:txBody>
      </p:sp>
      <p:sp>
        <p:nvSpPr>
          <p:cNvPr id="3" name="Подзаголовок 2">
            <a:extLst>
              <a:ext uri="{FF2B5EF4-FFF2-40B4-BE49-F238E27FC236}">
                <a16:creationId xmlns:a16="http://schemas.microsoft.com/office/drawing/2014/main" id="{F94B889E-214E-6966-CA45-01507D4BF3E8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ru-RU"/>
              <a:t>Образец подзаголовка</a:t>
            </a:r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B2E84FA6-A81B-FCDA-33E0-72D9102C1A5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44A6E1B-0D88-4A34-B162-82492BF04209}" type="datetimeFigureOut">
              <a:rPr lang="ru-RU" smtClean="0"/>
              <a:t>09.06.2022</a:t>
            </a:fld>
            <a:endParaRPr lang="ru-RU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8923A65F-DF76-F38E-8E20-982CB7CA62D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42329EA7-7295-DEBC-1F1A-A2AFAD1AF32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26F4A19-28A6-48BE-9510-1A5C9940F18B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98256553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Заголовок и объек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8B7952B3-E60D-582E-5A58-10B56A2D450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81F761A1-81C2-00F4-5E50-8A8B7C6DFDD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C64E3897-7EDC-96AB-81E0-089C2272CC8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44A6E1B-0D88-4A34-B162-82492BF04209}" type="datetimeFigureOut">
              <a:rPr lang="ru-RU" smtClean="0"/>
              <a:t>09.06.2022</a:t>
            </a:fld>
            <a:endParaRPr lang="ru-RU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90D38535-EECA-FA41-4764-B38A6B2BEB9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1D952B01-93F9-2BFA-24C3-06739D9FD9E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26F4A19-28A6-48BE-9510-1A5C9940F18B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79842255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Заголовок раздел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6CE040ED-5B87-C560-DF35-934CD367BB6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ru-RU"/>
              <a:t>Образец заголовка</a:t>
            </a:r>
          </a:p>
        </p:txBody>
      </p:sp>
      <p:sp>
        <p:nvSpPr>
          <p:cNvPr id="3" name="Текст 2">
            <a:extLst>
              <a:ext uri="{FF2B5EF4-FFF2-40B4-BE49-F238E27FC236}">
                <a16:creationId xmlns:a16="http://schemas.microsoft.com/office/drawing/2014/main" id="{5D66A89C-C5E9-D14B-313E-9DE7C63DAB9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B758AED4-7C5A-7EDF-FA7F-820BB4D84FD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44A6E1B-0D88-4A34-B162-82492BF04209}" type="datetimeFigureOut">
              <a:rPr lang="ru-RU" smtClean="0"/>
              <a:t>09.06.2022</a:t>
            </a:fld>
            <a:endParaRPr lang="ru-RU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D4727166-A176-170B-4BE4-B26EFF6E227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5C8F3D7D-4074-FAA0-2DFC-4A16CE6A189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26F4A19-28A6-48BE-9510-1A5C9940F18B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48422476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Два объект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8AE3E528-C08A-69AC-2768-82646962F13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E2036377-4C9A-366F-B235-B686A326CF09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Объект 3">
            <a:extLst>
              <a:ext uri="{FF2B5EF4-FFF2-40B4-BE49-F238E27FC236}">
                <a16:creationId xmlns:a16="http://schemas.microsoft.com/office/drawing/2014/main" id="{C51DB9DF-F962-2BF6-E539-6053F36BEA3E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5" name="Дата 4">
            <a:extLst>
              <a:ext uri="{FF2B5EF4-FFF2-40B4-BE49-F238E27FC236}">
                <a16:creationId xmlns:a16="http://schemas.microsoft.com/office/drawing/2014/main" id="{6A89FC0B-EDA9-C587-341D-EFD95DADFC8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44A6E1B-0D88-4A34-B162-82492BF04209}" type="datetimeFigureOut">
              <a:rPr lang="ru-RU" smtClean="0"/>
              <a:t>09.06.2022</a:t>
            </a:fld>
            <a:endParaRPr lang="ru-RU"/>
          </a:p>
        </p:txBody>
      </p:sp>
      <p:sp>
        <p:nvSpPr>
          <p:cNvPr id="6" name="Нижний колонтитул 5">
            <a:extLst>
              <a:ext uri="{FF2B5EF4-FFF2-40B4-BE49-F238E27FC236}">
                <a16:creationId xmlns:a16="http://schemas.microsoft.com/office/drawing/2014/main" id="{8BECABA3-D770-FFED-4FA5-6588C0DC818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Номер слайда 6">
            <a:extLst>
              <a:ext uri="{FF2B5EF4-FFF2-40B4-BE49-F238E27FC236}">
                <a16:creationId xmlns:a16="http://schemas.microsoft.com/office/drawing/2014/main" id="{11100609-384B-C8D7-2DC6-0B3C418819E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26F4A19-28A6-48BE-9510-1A5C9940F18B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63470817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Сравнение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F99DB0E2-CD1A-295D-376D-3D6149850BD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Текст 2">
            <a:extLst>
              <a:ext uri="{FF2B5EF4-FFF2-40B4-BE49-F238E27FC236}">
                <a16:creationId xmlns:a16="http://schemas.microsoft.com/office/drawing/2014/main" id="{CEA66236-B218-F89C-F1D6-1211CFC1071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4" name="Объект 3">
            <a:extLst>
              <a:ext uri="{FF2B5EF4-FFF2-40B4-BE49-F238E27FC236}">
                <a16:creationId xmlns:a16="http://schemas.microsoft.com/office/drawing/2014/main" id="{282FD929-747F-91AA-30B4-832B341E06AA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5" name="Текст 4">
            <a:extLst>
              <a:ext uri="{FF2B5EF4-FFF2-40B4-BE49-F238E27FC236}">
                <a16:creationId xmlns:a16="http://schemas.microsoft.com/office/drawing/2014/main" id="{8184FCF4-C264-8200-88ED-1C91E23E30F8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6" name="Объект 5">
            <a:extLst>
              <a:ext uri="{FF2B5EF4-FFF2-40B4-BE49-F238E27FC236}">
                <a16:creationId xmlns:a16="http://schemas.microsoft.com/office/drawing/2014/main" id="{0AD8C05A-3E1C-0C6A-C535-44881B54D459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7" name="Дата 6">
            <a:extLst>
              <a:ext uri="{FF2B5EF4-FFF2-40B4-BE49-F238E27FC236}">
                <a16:creationId xmlns:a16="http://schemas.microsoft.com/office/drawing/2014/main" id="{20F73D5E-0EEB-F529-3688-36BF913F595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44A6E1B-0D88-4A34-B162-82492BF04209}" type="datetimeFigureOut">
              <a:rPr lang="ru-RU" smtClean="0"/>
              <a:t>09.06.2022</a:t>
            </a:fld>
            <a:endParaRPr lang="ru-RU"/>
          </a:p>
        </p:txBody>
      </p:sp>
      <p:sp>
        <p:nvSpPr>
          <p:cNvPr id="8" name="Нижний колонтитул 7">
            <a:extLst>
              <a:ext uri="{FF2B5EF4-FFF2-40B4-BE49-F238E27FC236}">
                <a16:creationId xmlns:a16="http://schemas.microsoft.com/office/drawing/2014/main" id="{AA024AA9-F1B8-3DD0-E4A5-E5FC6E73A9E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9" name="Номер слайда 8">
            <a:extLst>
              <a:ext uri="{FF2B5EF4-FFF2-40B4-BE49-F238E27FC236}">
                <a16:creationId xmlns:a16="http://schemas.microsoft.com/office/drawing/2014/main" id="{24747184-76F3-EE61-2A79-A7927531F1D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26F4A19-28A6-48BE-9510-1A5C9940F18B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59085258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Только заголовок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FD16B12B-2991-C956-EA40-309553DA940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Дата 2">
            <a:extLst>
              <a:ext uri="{FF2B5EF4-FFF2-40B4-BE49-F238E27FC236}">
                <a16:creationId xmlns:a16="http://schemas.microsoft.com/office/drawing/2014/main" id="{59433F2A-6A11-4F43-9F8E-3C20D57BAE6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44A6E1B-0D88-4A34-B162-82492BF04209}" type="datetimeFigureOut">
              <a:rPr lang="ru-RU" smtClean="0"/>
              <a:t>09.06.2022</a:t>
            </a:fld>
            <a:endParaRPr lang="ru-RU"/>
          </a:p>
        </p:txBody>
      </p:sp>
      <p:sp>
        <p:nvSpPr>
          <p:cNvPr id="4" name="Нижний колонтитул 3">
            <a:extLst>
              <a:ext uri="{FF2B5EF4-FFF2-40B4-BE49-F238E27FC236}">
                <a16:creationId xmlns:a16="http://schemas.microsoft.com/office/drawing/2014/main" id="{7B0EF943-C484-FDFB-8E53-A734ADB73D1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5" name="Номер слайда 4">
            <a:extLst>
              <a:ext uri="{FF2B5EF4-FFF2-40B4-BE49-F238E27FC236}">
                <a16:creationId xmlns:a16="http://schemas.microsoft.com/office/drawing/2014/main" id="{03E4E2CB-EF74-E862-32CF-0867D968CB9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26F4A19-28A6-48BE-9510-1A5C9940F18B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55722133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Пусто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Дата 1">
            <a:extLst>
              <a:ext uri="{FF2B5EF4-FFF2-40B4-BE49-F238E27FC236}">
                <a16:creationId xmlns:a16="http://schemas.microsoft.com/office/drawing/2014/main" id="{DBECF6C5-05FA-CD72-0172-F456D597790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44A6E1B-0D88-4A34-B162-82492BF04209}" type="datetimeFigureOut">
              <a:rPr lang="ru-RU" smtClean="0"/>
              <a:t>09.06.2022</a:t>
            </a:fld>
            <a:endParaRPr lang="ru-RU"/>
          </a:p>
        </p:txBody>
      </p:sp>
      <p:sp>
        <p:nvSpPr>
          <p:cNvPr id="3" name="Нижний колонтитул 2">
            <a:extLst>
              <a:ext uri="{FF2B5EF4-FFF2-40B4-BE49-F238E27FC236}">
                <a16:creationId xmlns:a16="http://schemas.microsoft.com/office/drawing/2014/main" id="{D0614E6A-5CF2-31DB-EAA7-EF6F2BAD680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Номер слайда 3">
            <a:extLst>
              <a:ext uri="{FF2B5EF4-FFF2-40B4-BE49-F238E27FC236}">
                <a16:creationId xmlns:a16="http://schemas.microsoft.com/office/drawing/2014/main" id="{39E6231F-3106-C7FD-F2C7-EA54D10F9E3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26F4A19-28A6-48BE-9510-1A5C9940F18B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02248574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Объект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7CAE0AB0-6E2E-8FBA-D425-7E6886D82E2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ru-RU"/>
              <a:t>Образец заголовка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64A1C64B-0FF0-F6DC-7CEE-7D0C8D36F57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Текст 3">
            <a:extLst>
              <a:ext uri="{FF2B5EF4-FFF2-40B4-BE49-F238E27FC236}">
                <a16:creationId xmlns:a16="http://schemas.microsoft.com/office/drawing/2014/main" id="{BF40E671-26D0-91C1-3488-7F2ADFE4D940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5" name="Дата 4">
            <a:extLst>
              <a:ext uri="{FF2B5EF4-FFF2-40B4-BE49-F238E27FC236}">
                <a16:creationId xmlns:a16="http://schemas.microsoft.com/office/drawing/2014/main" id="{A4C83417-274C-2D8A-CAAC-6F602B62F66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44A6E1B-0D88-4A34-B162-82492BF04209}" type="datetimeFigureOut">
              <a:rPr lang="ru-RU" smtClean="0"/>
              <a:t>09.06.2022</a:t>
            </a:fld>
            <a:endParaRPr lang="ru-RU"/>
          </a:p>
        </p:txBody>
      </p:sp>
      <p:sp>
        <p:nvSpPr>
          <p:cNvPr id="6" name="Нижний колонтитул 5">
            <a:extLst>
              <a:ext uri="{FF2B5EF4-FFF2-40B4-BE49-F238E27FC236}">
                <a16:creationId xmlns:a16="http://schemas.microsoft.com/office/drawing/2014/main" id="{E0AD79C1-5E18-6245-17D7-E61E384060C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Номер слайда 6">
            <a:extLst>
              <a:ext uri="{FF2B5EF4-FFF2-40B4-BE49-F238E27FC236}">
                <a16:creationId xmlns:a16="http://schemas.microsoft.com/office/drawing/2014/main" id="{749868EE-33EC-0281-9314-92F021D2E1D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26F4A19-28A6-48BE-9510-1A5C9940F18B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73266700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Рисунок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B950DE31-A790-50CE-0E08-33A6E64EC0B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ru-RU"/>
              <a:t>Образец заголовка</a:t>
            </a:r>
          </a:p>
        </p:txBody>
      </p:sp>
      <p:sp>
        <p:nvSpPr>
          <p:cNvPr id="3" name="Рисунок 2">
            <a:extLst>
              <a:ext uri="{FF2B5EF4-FFF2-40B4-BE49-F238E27FC236}">
                <a16:creationId xmlns:a16="http://schemas.microsoft.com/office/drawing/2014/main" id="{35AB8E8C-D93A-66AB-358A-5321BC23EA3E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ru-RU"/>
          </a:p>
        </p:txBody>
      </p:sp>
      <p:sp>
        <p:nvSpPr>
          <p:cNvPr id="4" name="Текст 3">
            <a:extLst>
              <a:ext uri="{FF2B5EF4-FFF2-40B4-BE49-F238E27FC236}">
                <a16:creationId xmlns:a16="http://schemas.microsoft.com/office/drawing/2014/main" id="{A4AE571F-2793-256E-D231-B00F3E14C199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5" name="Дата 4">
            <a:extLst>
              <a:ext uri="{FF2B5EF4-FFF2-40B4-BE49-F238E27FC236}">
                <a16:creationId xmlns:a16="http://schemas.microsoft.com/office/drawing/2014/main" id="{F1BD4B2E-4ABD-23BF-CBD0-A90CEB3699B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44A6E1B-0D88-4A34-B162-82492BF04209}" type="datetimeFigureOut">
              <a:rPr lang="ru-RU" smtClean="0"/>
              <a:t>09.06.2022</a:t>
            </a:fld>
            <a:endParaRPr lang="ru-RU"/>
          </a:p>
        </p:txBody>
      </p:sp>
      <p:sp>
        <p:nvSpPr>
          <p:cNvPr id="6" name="Нижний колонтитул 5">
            <a:extLst>
              <a:ext uri="{FF2B5EF4-FFF2-40B4-BE49-F238E27FC236}">
                <a16:creationId xmlns:a16="http://schemas.microsoft.com/office/drawing/2014/main" id="{5BE29B68-017E-725D-A71E-167C324D945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Номер слайда 6">
            <a:extLst>
              <a:ext uri="{FF2B5EF4-FFF2-40B4-BE49-F238E27FC236}">
                <a16:creationId xmlns:a16="http://schemas.microsoft.com/office/drawing/2014/main" id="{84366533-AB09-D728-950A-F1A10A5940C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26F4A19-28A6-48BE-9510-1A5C9940F18B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10421843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Заголовок и вертикальный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6E68FF22-BEDC-C7F6-089D-AACB2B5F78D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Вертикальный текст 2">
            <a:extLst>
              <a:ext uri="{FF2B5EF4-FFF2-40B4-BE49-F238E27FC236}">
                <a16:creationId xmlns:a16="http://schemas.microsoft.com/office/drawing/2014/main" id="{EE1C3460-49ED-7EFE-88A4-AE0DD5EF9D36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A5B85642-552B-543E-985F-D85AB5F8124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44A6E1B-0D88-4A34-B162-82492BF04209}" type="datetimeFigureOut">
              <a:rPr lang="ru-RU" smtClean="0"/>
              <a:t>09.06.2022</a:t>
            </a:fld>
            <a:endParaRPr lang="ru-RU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637D5B2B-7595-1257-1518-02FC1D4CCD3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44F805D3-52BD-ED05-3BB5-207A6657C9C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26F4A19-28A6-48BE-9510-1A5C9940F18B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635231091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Вертикальный заголовок и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Вертикальный заголовок 1">
            <a:extLst>
              <a:ext uri="{FF2B5EF4-FFF2-40B4-BE49-F238E27FC236}">
                <a16:creationId xmlns:a16="http://schemas.microsoft.com/office/drawing/2014/main" id="{AFBB17B1-5529-80E5-E3E3-A7F5C7F1290C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Вертикальный текст 2">
            <a:extLst>
              <a:ext uri="{FF2B5EF4-FFF2-40B4-BE49-F238E27FC236}">
                <a16:creationId xmlns:a16="http://schemas.microsoft.com/office/drawing/2014/main" id="{85FE8106-E589-4F05-9E7A-4986A0F4251E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7B5BE1F8-F120-6EF9-EABB-E11E1931BE9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44A6E1B-0D88-4A34-B162-82492BF04209}" type="datetimeFigureOut">
              <a:rPr lang="ru-RU" smtClean="0"/>
              <a:t>09.06.2022</a:t>
            </a:fld>
            <a:endParaRPr lang="ru-RU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7768F17E-E2B1-8B1D-8993-3C17FC1B9E2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96911D61-2DEA-ED8F-7179-7B69F3029D9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26F4A19-28A6-48BE-9510-1A5C9940F18B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59730756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E8654338-6B8C-3C9C-77E5-D5C9235BE92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Текст 2">
            <a:extLst>
              <a:ext uri="{FF2B5EF4-FFF2-40B4-BE49-F238E27FC236}">
                <a16:creationId xmlns:a16="http://schemas.microsoft.com/office/drawing/2014/main" id="{B02F4944-617B-97EE-C15E-A32561E4229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CCFB5C51-B12B-9AA8-62DA-36AB97D1C966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944A6E1B-0D88-4A34-B162-82492BF04209}" type="datetimeFigureOut">
              <a:rPr lang="ru-RU" smtClean="0"/>
              <a:t>09.06.2022</a:t>
            </a:fld>
            <a:endParaRPr lang="ru-RU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91C4C604-63EF-88FA-D3AC-94837189F1CA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8EDE87D7-C33A-972C-D3C4-F6050DABD893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F26F4A19-28A6-48BE-9510-1A5C9940F18B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51903613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ru-RU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.png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Прямоугольник 15">
            <a:extLst>
              <a:ext uri="{FF2B5EF4-FFF2-40B4-BE49-F238E27FC236}">
                <a16:creationId xmlns:a16="http://schemas.microsoft.com/office/drawing/2014/main" id="{03E9B3B9-D3FD-48DC-6B76-B7BB4B4F0242}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EADA9E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719682D9-3AF2-17C8-1910-45694FC04421}"/>
              </a:ext>
            </a:extLst>
          </p:cNvPr>
          <p:cNvSpPr txBox="1"/>
          <p:nvPr/>
        </p:nvSpPr>
        <p:spPr>
          <a:xfrm>
            <a:off x="550506" y="472008"/>
            <a:ext cx="11308702" cy="1015663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wrap="square">
            <a:spAutoFit/>
          </a:bodyPr>
          <a:lstStyle/>
          <a:p>
            <a:r>
              <a:rPr lang="ru-RU" sz="2000" b="1" dirty="0">
                <a:latin typeface="Arial Nova Light" panose="020B0604020202020204" pitchFamily="34" charset="0"/>
              </a:rPr>
              <a:t>«БЕЛГОРОДСКИЙ ГОСУДАРСТВЕННЫЙ ТЕХНОЛОГИЧЕСКИЙ УНИВЕРСИТЕТ им. В.Г. ШУХОВА»</a:t>
            </a:r>
            <a:endParaRPr lang="en-US" sz="2000" b="1" dirty="0">
              <a:latin typeface="Arial Nova Light" panose="020B0604020202020204" pitchFamily="34" charset="0"/>
            </a:endParaRPr>
          </a:p>
          <a:p>
            <a:r>
              <a:rPr lang="ru-RU" sz="2000" b="1" dirty="0">
                <a:latin typeface="Arial Nova Light" panose="020B0604020202020204" pitchFamily="34" charset="0"/>
              </a:rPr>
              <a:t>Институт энергетики, информационных технологий и управляющих систем</a:t>
            </a:r>
            <a:endParaRPr lang="en-US" sz="2000" b="1" dirty="0">
              <a:latin typeface="Arial Nova Light" panose="020B0604020202020204" pitchFamily="34" charset="0"/>
            </a:endParaRPr>
          </a:p>
          <a:p>
            <a:r>
              <a:rPr lang="ru-RU" sz="2000" b="1" dirty="0">
                <a:latin typeface="Arial Nova Light" panose="020B0604020202020204" pitchFamily="34" charset="0"/>
              </a:rPr>
              <a:t>Кафедра информационных технологий 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9711641F-13BA-31BE-152B-DDCC04E98930}"/>
              </a:ext>
            </a:extLst>
          </p:cNvPr>
          <p:cNvSpPr txBox="1"/>
          <p:nvPr/>
        </p:nvSpPr>
        <p:spPr>
          <a:xfrm>
            <a:off x="550506" y="2828835"/>
            <a:ext cx="11582401" cy="120032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sz="2400" b="1" dirty="0">
                <a:latin typeface="Arial Narrow" panose="020B0606020202030204" pitchFamily="34" charset="0"/>
              </a:rPr>
              <a:t>ВЫПУСКНАЯ КВАЛИФИКАЦИОННАЯ РАБОТА</a:t>
            </a:r>
          </a:p>
          <a:p>
            <a:r>
              <a:rPr lang="ru-RU" sz="2400" b="1" dirty="0">
                <a:latin typeface="Arial Narrow" panose="020B0606020202030204" pitchFamily="34" charset="0"/>
              </a:rPr>
              <a:t>«ПОДСИСТЕМА УПРАВЛЕНИЯ ПОЕЗДОМ В СИМУЛЯТОРЕ МОСКОВСКОГО МЕТРОПОЛИТЕНА» </a:t>
            </a:r>
            <a:endParaRPr lang="ru-RU" sz="2800" b="1" dirty="0">
              <a:latin typeface="Arial Narrow" panose="020B0606020202030204" pitchFamily="34" charset="0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BCBA6D05-F6BA-9441-02DA-7B2811AAC74D}"/>
              </a:ext>
            </a:extLst>
          </p:cNvPr>
          <p:cNvSpPr txBox="1"/>
          <p:nvPr/>
        </p:nvSpPr>
        <p:spPr>
          <a:xfrm>
            <a:off x="550506" y="4943449"/>
            <a:ext cx="5477070" cy="70788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sz="2000" b="1" dirty="0">
                <a:latin typeface="Arial Narrow" panose="020B0606020202030204" pitchFamily="34" charset="0"/>
              </a:rPr>
              <a:t>Выполнил: ст. гр. ИТ-42 </a:t>
            </a:r>
            <a:r>
              <a:rPr lang="ru-RU" sz="2000" b="1" dirty="0" err="1">
                <a:latin typeface="Arial Narrow" panose="020B0606020202030204" pitchFamily="34" charset="0"/>
              </a:rPr>
              <a:t>Богунов</a:t>
            </a:r>
            <a:r>
              <a:rPr lang="ru-RU" sz="2000" b="1" dirty="0">
                <a:latin typeface="Arial Narrow" panose="020B0606020202030204" pitchFamily="34" charset="0"/>
              </a:rPr>
              <a:t> А.А. </a:t>
            </a:r>
          </a:p>
          <a:p>
            <a:r>
              <a:rPr lang="ru-RU" sz="2000" b="1" dirty="0">
                <a:latin typeface="Arial Narrow" panose="020B0606020202030204" pitchFamily="34" charset="0"/>
              </a:rPr>
              <a:t>Руководитель: канд. Техн. наук Подгорный Н.Н.</a:t>
            </a:r>
            <a:endParaRPr lang="ru-RU" sz="2400" b="1" dirty="0">
              <a:latin typeface="Arial Narrow" panose="020B0606020202030204" pitchFamily="34" charset="0"/>
            </a:endParaRP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2751BE41-CEF9-B6F8-B016-BECB05F43BB4}"/>
              </a:ext>
            </a:extLst>
          </p:cNvPr>
          <p:cNvSpPr txBox="1"/>
          <p:nvPr/>
        </p:nvSpPr>
        <p:spPr>
          <a:xfrm>
            <a:off x="5240693" y="6047438"/>
            <a:ext cx="1710614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sz="1600" dirty="0">
                <a:latin typeface="Arial Nova Light" panose="020B0304020202020204" pitchFamily="34" charset="0"/>
              </a:rPr>
              <a:t>БЕЛГОРОД 2022</a:t>
            </a:r>
            <a:endParaRPr lang="ru-RU" dirty="0">
              <a:latin typeface="Arial Nova Light" panose="020B03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520778630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Прямоугольник 3">
            <a:extLst>
              <a:ext uri="{FF2B5EF4-FFF2-40B4-BE49-F238E27FC236}">
                <a16:creationId xmlns:a16="http://schemas.microsoft.com/office/drawing/2014/main" id="{88A108B3-5818-6264-1CD6-3D23BFF1B259}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B3D5B4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8" name="Прямоугольник 7">
            <a:extLst>
              <a:ext uri="{FF2B5EF4-FFF2-40B4-BE49-F238E27FC236}">
                <a16:creationId xmlns:a16="http://schemas.microsoft.com/office/drawing/2014/main" id="{6A0066BD-3270-2326-403B-286F6C79ABE4}"/>
              </a:ext>
            </a:extLst>
          </p:cNvPr>
          <p:cNvSpPr/>
          <p:nvPr/>
        </p:nvSpPr>
        <p:spPr>
          <a:xfrm>
            <a:off x="0" y="331978"/>
            <a:ext cx="5791201" cy="744878"/>
          </a:xfrm>
          <a:prstGeom prst="rect">
            <a:avLst/>
          </a:prstGeom>
          <a:solidFill>
            <a:schemeClr val="accent1">
              <a:alpha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F71A844B-7627-0241-B45B-44F2D9D1EF05}"/>
              </a:ext>
            </a:extLst>
          </p:cNvPr>
          <p:cNvSpPr txBox="1"/>
          <p:nvPr/>
        </p:nvSpPr>
        <p:spPr>
          <a:xfrm>
            <a:off x="304800" y="412030"/>
            <a:ext cx="3128865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sz="3200" b="1" dirty="0">
                <a:latin typeface="Arial Narrow" panose="020B0606020202030204" pitchFamily="34" charset="0"/>
              </a:rPr>
              <a:t>ЦЕЛИ</a:t>
            </a:r>
            <a:endParaRPr lang="ru-RU" sz="3600" b="1" dirty="0">
              <a:latin typeface="Arial Narrow" panose="020B0606020202030204" pitchFamily="34" charset="0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F02C1988-801B-D566-CFD9-ADD114A1C611}"/>
              </a:ext>
            </a:extLst>
          </p:cNvPr>
          <p:cNvSpPr txBox="1"/>
          <p:nvPr/>
        </p:nvSpPr>
        <p:spPr>
          <a:xfrm>
            <a:off x="304800" y="1316114"/>
            <a:ext cx="11563741" cy="175432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sz="2400" dirty="0">
                <a:solidFill>
                  <a:srgbClr val="000000"/>
                </a:solidFill>
                <a:effectLst/>
                <a:latin typeface="Arial" panose="020B0604020202020204" pitchFamily="34" charset="0"/>
                <a:ea typeface="Times New Roman" panose="02020603050405020304" pitchFamily="18" charset="0"/>
                <a:cs typeface="Arial" panose="020B0604020202020204" pitchFamily="34" charset="0"/>
              </a:rPr>
              <a:t>Реализовать подсистему управления поездом в симуляторе машиниста московского метрополитена. </a:t>
            </a:r>
          </a:p>
          <a:p>
            <a:endParaRPr lang="ru-RU" sz="26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endParaRPr lang="ru-RU" sz="3200" dirty="0">
              <a:latin typeface="Arial Narrow" panose="020B0606020202030204" pitchFamily="34" charset="0"/>
              <a:cs typeface="Gautami" panose="020B0502040204020203" pitchFamily="34" charset="0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830DA6B1-AFAA-B43F-424F-7D28736F06D2}"/>
              </a:ext>
            </a:extLst>
          </p:cNvPr>
          <p:cNvSpPr txBox="1"/>
          <p:nvPr/>
        </p:nvSpPr>
        <p:spPr>
          <a:xfrm>
            <a:off x="11525639" y="6183404"/>
            <a:ext cx="41599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2400" dirty="0">
                <a:solidFill>
                  <a:schemeClr val="accent6">
                    <a:lumMod val="75000"/>
                  </a:schemeClr>
                </a:solidFill>
                <a:latin typeface="Arial Black" panose="020B0A04020102020204" pitchFamily="34" charset="0"/>
              </a:rPr>
              <a:t>2</a:t>
            </a:r>
          </a:p>
        </p:txBody>
      </p:sp>
    </p:spTree>
    <p:extLst>
      <p:ext uri="{BB962C8B-B14F-4D97-AF65-F5344CB8AC3E}">
        <p14:creationId xmlns:p14="http://schemas.microsoft.com/office/powerpoint/2010/main" val="2565360370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Прямоугольник 3">
            <a:extLst>
              <a:ext uri="{FF2B5EF4-FFF2-40B4-BE49-F238E27FC236}">
                <a16:creationId xmlns:a16="http://schemas.microsoft.com/office/drawing/2014/main" id="{88A108B3-5818-6264-1CD6-3D23BFF1B259}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B3D5B4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8" name="Прямоугольник 7">
            <a:extLst>
              <a:ext uri="{FF2B5EF4-FFF2-40B4-BE49-F238E27FC236}">
                <a16:creationId xmlns:a16="http://schemas.microsoft.com/office/drawing/2014/main" id="{6A0066BD-3270-2326-403B-286F6C79ABE4}"/>
              </a:ext>
            </a:extLst>
          </p:cNvPr>
          <p:cNvSpPr/>
          <p:nvPr/>
        </p:nvSpPr>
        <p:spPr>
          <a:xfrm>
            <a:off x="0" y="331978"/>
            <a:ext cx="5791201" cy="744878"/>
          </a:xfrm>
          <a:prstGeom prst="rect">
            <a:avLst/>
          </a:prstGeom>
          <a:solidFill>
            <a:schemeClr val="accent1">
              <a:alpha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F71A844B-7627-0241-B45B-44F2D9D1EF05}"/>
              </a:ext>
            </a:extLst>
          </p:cNvPr>
          <p:cNvSpPr txBox="1"/>
          <p:nvPr/>
        </p:nvSpPr>
        <p:spPr>
          <a:xfrm>
            <a:off x="304800" y="412030"/>
            <a:ext cx="3128865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sz="3200" b="1" dirty="0">
                <a:latin typeface="Arial Narrow" panose="020B0606020202030204" pitchFamily="34" charset="0"/>
              </a:rPr>
              <a:t>ЗАДАЧИ</a:t>
            </a:r>
            <a:endParaRPr lang="ru-RU" sz="3600" b="1" dirty="0">
              <a:latin typeface="Arial Narrow" panose="020B0606020202030204" pitchFamily="34" charset="0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F02C1988-801B-D566-CFD9-ADD114A1C611}"/>
              </a:ext>
            </a:extLst>
          </p:cNvPr>
          <p:cNvSpPr txBox="1"/>
          <p:nvPr/>
        </p:nvSpPr>
        <p:spPr>
          <a:xfrm>
            <a:off x="304800" y="1316114"/>
            <a:ext cx="11563741" cy="382258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342900" indent="-342900">
              <a:lnSpc>
                <a:spcPct val="130000"/>
              </a:lnSpc>
              <a:buFont typeface="Arial" panose="020B0604020202020204" pitchFamily="34" charset="0"/>
              <a:buChar char="•"/>
            </a:pPr>
            <a:r>
              <a:rPr lang="ru-RU" sz="2400" dirty="0">
                <a:latin typeface="Arial" panose="020B0604020202020204" pitchFamily="34" charset="0"/>
                <a:cs typeface="Arial" panose="020B0604020202020204" pitchFamily="34" charset="0"/>
              </a:rPr>
              <a:t>Реализовать ввод пользователя</a:t>
            </a:r>
          </a:p>
          <a:p>
            <a:pPr marL="342900" indent="-342900">
              <a:lnSpc>
                <a:spcPct val="130000"/>
              </a:lnSpc>
              <a:buFont typeface="Arial" panose="020B0604020202020204" pitchFamily="34" charset="0"/>
              <a:buChar char="•"/>
            </a:pPr>
            <a:r>
              <a:rPr lang="ru-RU" sz="2400" dirty="0">
                <a:latin typeface="Arial" panose="020B0604020202020204" pitchFamily="34" charset="0"/>
                <a:cs typeface="Arial" panose="020B0604020202020204" pitchFamily="34" charset="0"/>
              </a:rPr>
              <a:t>Разработать модуль движения модели поезда </a:t>
            </a:r>
          </a:p>
          <a:p>
            <a:pPr marL="342900" indent="-342900">
              <a:lnSpc>
                <a:spcPct val="130000"/>
              </a:lnSpc>
              <a:buFont typeface="Arial" panose="020B0604020202020204" pitchFamily="34" charset="0"/>
              <a:buChar char="•"/>
            </a:pPr>
            <a:r>
              <a:rPr lang="ru-RU" sz="2400" dirty="0">
                <a:latin typeface="Arial" panose="020B0604020202020204" pitchFamily="34" charset="0"/>
                <a:cs typeface="Arial" panose="020B0604020202020204" pitchFamily="34" charset="0"/>
              </a:rPr>
              <a:t>Разработать модули для взаимодействия с вспомогательными системами поезда</a:t>
            </a:r>
          </a:p>
          <a:p>
            <a:pPr marL="342900" indent="-342900">
              <a:lnSpc>
                <a:spcPct val="130000"/>
              </a:lnSpc>
              <a:buFont typeface="Arial" panose="020B0604020202020204" pitchFamily="34" charset="0"/>
              <a:buChar char="•"/>
            </a:pPr>
            <a:r>
              <a:rPr lang="ru-RU" sz="2400" dirty="0">
                <a:latin typeface="Arial" panose="020B0604020202020204" pitchFamily="34" charset="0"/>
                <a:cs typeface="Arial" panose="020B0604020202020204" pitchFamily="34" charset="0"/>
              </a:rPr>
              <a:t>Создать инструменты для упрощенной работы с системой</a:t>
            </a:r>
          </a:p>
          <a:p>
            <a:pPr marL="342900" indent="-342900">
              <a:lnSpc>
                <a:spcPct val="130000"/>
              </a:lnSpc>
              <a:buFont typeface="Arial" panose="020B0604020202020204" pitchFamily="34" charset="0"/>
              <a:buChar char="•"/>
            </a:pPr>
            <a:r>
              <a:rPr lang="ru-RU" sz="2400" dirty="0">
                <a:latin typeface="Arial" panose="020B0604020202020204" pitchFamily="34" charset="0"/>
                <a:cs typeface="Arial" panose="020B0604020202020204" pitchFamily="34" charset="0"/>
              </a:rPr>
              <a:t>Связать подсистемы с визуальной частью</a:t>
            </a:r>
          </a:p>
          <a:p>
            <a:pPr marL="342900" indent="-342900">
              <a:lnSpc>
                <a:spcPct val="130000"/>
              </a:lnSpc>
              <a:buFont typeface="Arial" panose="020B0604020202020204" pitchFamily="34" charset="0"/>
              <a:buChar char="•"/>
            </a:pPr>
            <a:r>
              <a:rPr lang="ru-RU" sz="2400" dirty="0">
                <a:latin typeface="Arial" panose="020B0604020202020204" pitchFamily="34" charset="0"/>
                <a:cs typeface="Arial" panose="020B0604020202020204" pitchFamily="34" charset="0"/>
              </a:rPr>
              <a:t>Написать модульные тесты для автоматизации процесса тестирования</a:t>
            </a:r>
          </a:p>
          <a:p>
            <a:endParaRPr lang="ru-RU" sz="2400" dirty="0">
              <a:latin typeface="Arial Narrow" panose="020B0606020202030204" pitchFamily="34" charset="0"/>
              <a:cs typeface="Gautami" panose="020B0502040204020203" pitchFamily="34" charset="0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830DA6B1-AFAA-B43F-424F-7D28736F06D2}"/>
              </a:ext>
            </a:extLst>
          </p:cNvPr>
          <p:cNvSpPr txBox="1"/>
          <p:nvPr/>
        </p:nvSpPr>
        <p:spPr>
          <a:xfrm>
            <a:off x="11525639" y="6183404"/>
            <a:ext cx="41599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2400" dirty="0">
                <a:solidFill>
                  <a:schemeClr val="accent6">
                    <a:lumMod val="75000"/>
                  </a:schemeClr>
                </a:solidFill>
                <a:latin typeface="Arial Black" panose="020B0A04020102020204" pitchFamily="34" charset="0"/>
              </a:rPr>
              <a:t>2</a:t>
            </a:r>
          </a:p>
        </p:txBody>
      </p:sp>
    </p:spTree>
    <p:extLst>
      <p:ext uri="{BB962C8B-B14F-4D97-AF65-F5344CB8AC3E}">
        <p14:creationId xmlns:p14="http://schemas.microsoft.com/office/powerpoint/2010/main" val="369477858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Прямоугольник 3">
            <a:extLst>
              <a:ext uri="{FF2B5EF4-FFF2-40B4-BE49-F238E27FC236}">
                <a16:creationId xmlns:a16="http://schemas.microsoft.com/office/drawing/2014/main" id="{88A108B3-5818-6264-1CD6-3D23BFF1B259}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B3D5B4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22" name="Прямоугольник 21">
            <a:extLst>
              <a:ext uri="{FF2B5EF4-FFF2-40B4-BE49-F238E27FC236}">
                <a16:creationId xmlns:a16="http://schemas.microsoft.com/office/drawing/2014/main" id="{88697CB2-014E-11E1-D199-D5C53736F2F2}"/>
              </a:ext>
            </a:extLst>
          </p:cNvPr>
          <p:cNvSpPr/>
          <p:nvPr/>
        </p:nvSpPr>
        <p:spPr>
          <a:xfrm>
            <a:off x="0" y="331978"/>
            <a:ext cx="5791201" cy="744878"/>
          </a:xfrm>
          <a:prstGeom prst="rect">
            <a:avLst/>
          </a:prstGeom>
          <a:solidFill>
            <a:schemeClr val="accent1">
              <a:alpha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F71A844B-7627-0241-B45B-44F2D9D1EF05}"/>
              </a:ext>
            </a:extLst>
          </p:cNvPr>
          <p:cNvSpPr txBox="1"/>
          <p:nvPr/>
        </p:nvSpPr>
        <p:spPr>
          <a:xfrm>
            <a:off x="304800" y="412030"/>
            <a:ext cx="3128865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sz="3200" b="1" dirty="0">
                <a:latin typeface="Arial Narrow" panose="020B0606020202030204" pitchFamily="34" charset="0"/>
              </a:rPr>
              <a:t>АНАЛОГИ</a:t>
            </a:r>
            <a:endParaRPr lang="ru-RU" sz="3600" b="1" dirty="0">
              <a:latin typeface="Arial Narrow" panose="020B0606020202030204" pitchFamily="34" charset="0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830DA6B1-AFAA-B43F-424F-7D28736F06D2}"/>
              </a:ext>
            </a:extLst>
          </p:cNvPr>
          <p:cNvSpPr txBox="1"/>
          <p:nvPr/>
        </p:nvSpPr>
        <p:spPr>
          <a:xfrm>
            <a:off x="11525639" y="6183404"/>
            <a:ext cx="41599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2400" dirty="0">
                <a:solidFill>
                  <a:schemeClr val="accent6">
                    <a:lumMod val="75000"/>
                  </a:schemeClr>
                </a:solidFill>
                <a:latin typeface="Arial Black" panose="020B0A04020102020204" pitchFamily="34" charset="0"/>
              </a:rPr>
              <a:t>3</a:t>
            </a:r>
          </a:p>
        </p:txBody>
      </p:sp>
      <p:sp>
        <p:nvSpPr>
          <p:cNvPr id="21" name="Прямоугольник 20">
            <a:extLst>
              <a:ext uri="{FF2B5EF4-FFF2-40B4-BE49-F238E27FC236}">
                <a16:creationId xmlns:a16="http://schemas.microsoft.com/office/drawing/2014/main" id="{E30C3D28-0587-06D7-6BF2-E2F6340EFA69}"/>
              </a:ext>
            </a:extLst>
          </p:cNvPr>
          <p:cNvSpPr/>
          <p:nvPr/>
        </p:nvSpPr>
        <p:spPr>
          <a:xfrm>
            <a:off x="6996688" y="0"/>
            <a:ext cx="4258718" cy="6858000"/>
          </a:xfrm>
          <a:prstGeom prst="rect">
            <a:avLst/>
          </a:prstGeom>
          <a:solidFill>
            <a:schemeClr val="accent1">
              <a:alpha val="5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>
              <a:ln w="0"/>
              <a:solidFill>
                <a:schemeClr val="accent1"/>
              </a:solidFill>
              <a:effectLst>
                <a:outerShdw blurRad="38100" dist="25400" dir="5400000" algn="ctr" rotWithShape="0">
                  <a:srgbClr val="6E747A">
                    <a:alpha val="43000"/>
                  </a:srgbClr>
                </a:outerShdw>
              </a:effectLst>
            </a:endParaRPr>
          </a:p>
        </p:txBody>
      </p:sp>
      <p:pic>
        <p:nvPicPr>
          <p:cNvPr id="11" name="Рисунок 10">
            <a:extLst>
              <a:ext uri="{FF2B5EF4-FFF2-40B4-BE49-F238E27FC236}">
                <a16:creationId xmlns:a16="http://schemas.microsoft.com/office/drawing/2014/main" id="{A76F2614-F05A-4767-F0FF-70E8E93E5B7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46064" y="996805"/>
            <a:ext cx="3159967" cy="1751307"/>
          </a:xfrm>
          <a:prstGeom prst="rect">
            <a:avLst/>
          </a:prstGeom>
        </p:spPr>
      </p:pic>
      <p:pic>
        <p:nvPicPr>
          <p:cNvPr id="15" name="Рисунок 14" descr="Изображение выглядит как текст&#10;&#10;Автоматически созданное описание">
            <a:extLst>
              <a:ext uri="{FF2B5EF4-FFF2-40B4-BE49-F238E27FC236}">
                <a16:creationId xmlns:a16="http://schemas.microsoft.com/office/drawing/2014/main" id="{C355F4D4-876D-470F-DE09-5C382F16A035}"/>
              </a:ext>
            </a:extLst>
          </p:cNvPr>
          <p:cNvPicPr>
            <a:picLocks noChangeAspect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074"/>
          <a:stretch/>
        </p:blipFill>
        <p:spPr bwMode="auto">
          <a:xfrm>
            <a:off x="7546064" y="2875102"/>
            <a:ext cx="2248470" cy="1739629"/>
          </a:xfrm>
          <a:prstGeom prst="rect">
            <a:avLst/>
          </a:prstGeom>
          <a:noFill/>
          <a:ln>
            <a:noFill/>
          </a:ln>
        </p:spPr>
      </p:pic>
      <p:pic>
        <p:nvPicPr>
          <p:cNvPr id="16" name="Рисунок 15">
            <a:extLst>
              <a:ext uri="{FF2B5EF4-FFF2-40B4-BE49-F238E27FC236}">
                <a16:creationId xmlns:a16="http://schemas.microsoft.com/office/drawing/2014/main" id="{14F4A66B-7F6B-E7D4-4DFE-DFE78FB20B4B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546064" y="4741721"/>
            <a:ext cx="3240970" cy="1759684"/>
          </a:xfrm>
          <a:prstGeom prst="rect">
            <a:avLst/>
          </a:prstGeom>
        </p:spPr>
      </p:pic>
      <p:sp>
        <p:nvSpPr>
          <p:cNvPr id="18" name="TextBox 17">
            <a:extLst>
              <a:ext uri="{FF2B5EF4-FFF2-40B4-BE49-F238E27FC236}">
                <a16:creationId xmlns:a16="http://schemas.microsoft.com/office/drawing/2014/main" id="{13F10780-CB9F-E245-DE43-F42934A217DF}"/>
              </a:ext>
            </a:extLst>
          </p:cNvPr>
          <p:cNvSpPr txBox="1"/>
          <p:nvPr/>
        </p:nvSpPr>
        <p:spPr>
          <a:xfrm>
            <a:off x="304800" y="1178002"/>
            <a:ext cx="6691888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800" dirty="0">
                <a:latin typeface="Arial" panose="020B0604020202020204" pitchFamily="34" charset="0"/>
                <a:cs typeface="Arial" panose="020B0604020202020204" pitchFamily="34" charset="0"/>
              </a:rPr>
              <a:t>Subway Simulator</a:t>
            </a:r>
            <a:endParaRPr lang="ru-RU" sz="28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8807A9B1-7C56-9514-110B-57F2301EDF14}"/>
              </a:ext>
            </a:extLst>
          </p:cNvPr>
          <p:cNvSpPr txBox="1"/>
          <p:nvPr/>
        </p:nvSpPr>
        <p:spPr>
          <a:xfrm>
            <a:off x="260856" y="1651587"/>
            <a:ext cx="6691888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sz="2800" dirty="0">
                <a:latin typeface="Arial" panose="020B0604020202020204" pitchFamily="34" charset="0"/>
                <a:cs typeface="Arial" panose="020B0604020202020204" pitchFamily="34" charset="0"/>
              </a:rPr>
              <a:t>Учебный тренажёр для машиниста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69449198-BBA2-AE64-66D6-31DB6EEE4F20}"/>
              </a:ext>
            </a:extLst>
          </p:cNvPr>
          <p:cNvSpPr txBox="1"/>
          <p:nvPr/>
        </p:nvSpPr>
        <p:spPr>
          <a:xfrm>
            <a:off x="260856" y="2125172"/>
            <a:ext cx="6604000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800" dirty="0" err="1">
                <a:latin typeface="Arial" panose="020B0604020202020204" pitchFamily="34" charset="0"/>
                <a:cs typeface="Arial" panose="020B0604020202020204" pitchFamily="34" charset="0"/>
              </a:rPr>
              <a:t>Hmmsim</a:t>
            </a:r>
            <a:r>
              <a:rPr lang="en-US" sz="2800" dirty="0">
                <a:latin typeface="Arial" panose="020B0604020202020204" pitchFamily="34" charset="0"/>
                <a:cs typeface="Arial" panose="020B0604020202020204" pitchFamily="34" charset="0"/>
              </a:rPr>
              <a:t> Metro</a:t>
            </a:r>
            <a:endParaRPr lang="ru-RU" sz="28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118263342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Прямоугольник 8">
            <a:extLst>
              <a:ext uri="{FF2B5EF4-FFF2-40B4-BE49-F238E27FC236}">
                <a16:creationId xmlns:a16="http://schemas.microsoft.com/office/drawing/2014/main" id="{0D61A3C7-4E6B-85AD-DD84-08739ED10AC7}"/>
              </a:ext>
            </a:extLst>
          </p:cNvPr>
          <p:cNvSpPr/>
          <p:nvPr/>
        </p:nvSpPr>
        <p:spPr>
          <a:xfrm>
            <a:off x="-1" y="0"/>
            <a:ext cx="12192000" cy="6858000"/>
          </a:xfrm>
          <a:prstGeom prst="rect">
            <a:avLst/>
          </a:prstGeom>
          <a:solidFill>
            <a:srgbClr val="F8BD88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F71A844B-7627-0241-B45B-44F2D9D1EF05}"/>
              </a:ext>
            </a:extLst>
          </p:cNvPr>
          <p:cNvSpPr txBox="1"/>
          <p:nvPr/>
        </p:nvSpPr>
        <p:spPr>
          <a:xfrm>
            <a:off x="304801" y="412030"/>
            <a:ext cx="4805680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sz="3200" b="1" dirty="0">
                <a:latin typeface="Arial Narrow" panose="020B0606020202030204" pitchFamily="34" charset="0"/>
              </a:rPr>
              <a:t>Инструменты</a:t>
            </a:r>
            <a:endParaRPr lang="ru-RU" sz="3600" b="1" dirty="0">
              <a:latin typeface="Arial Narrow" panose="020B0606020202030204" pitchFamily="34" charset="0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830DA6B1-AFAA-B43F-424F-7D28736F06D2}"/>
              </a:ext>
            </a:extLst>
          </p:cNvPr>
          <p:cNvSpPr txBox="1"/>
          <p:nvPr/>
        </p:nvSpPr>
        <p:spPr>
          <a:xfrm>
            <a:off x="11525639" y="6183404"/>
            <a:ext cx="41599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2400" dirty="0">
                <a:solidFill>
                  <a:schemeClr val="accent6">
                    <a:lumMod val="75000"/>
                  </a:schemeClr>
                </a:solidFill>
                <a:latin typeface="Arial Black" panose="020B0A04020102020204" pitchFamily="34" charset="0"/>
              </a:rPr>
              <a:t>7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E17FC534-546C-CF67-7F51-C0570E1603A8}"/>
              </a:ext>
            </a:extLst>
          </p:cNvPr>
          <p:cNvSpPr txBox="1"/>
          <p:nvPr/>
        </p:nvSpPr>
        <p:spPr>
          <a:xfrm>
            <a:off x="304801" y="2480852"/>
            <a:ext cx="9212424" cy="1446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sz="4400" dirty="0">
                <a:latin typeface="Arial" panose="020B0604020202020204" pitchFamily="34" charset="0"/>
                <a:cs typeface="Arial" panose="020B0604020202020204" pitchFamily="34" charset="0"/>
              </a:rPr>
              <a:t>Игровой движок – </a:t>
            </a:r>
            <a:r>
              <a:rPr lang="en-US" sz="4400" dirty="0">
                <a:latin typeface="Arial" panose="020B0604020202020204" pitchFamily="34" charset="0"/>
                <a:cs typeface="Arial" panose="020B0604020202020204" pitchFamily="34" charset="0"/>
              </a:rPr>
              <a:t>Unity</a:t>
            </a:r>
          </a:p>
          <a:p>
            <a:r>
              <a:rPr lang="ru-RU" sz="4400" dirty="0">
                <a:latin typeface="Arial" panose="020B0604020202020204" pitchFamily="34" charset="0"/>
                <a:cs typeface="Arial" panose="020B0604020202020204" pitchFamily="34" charset="0"/>
              </a:rPr>
              <a:t>Язык программирования – </a:t>
            </a:r>
            <a:r>
              <a:rPr lang="en-US" sz="4400" dirty="0">
                <a:latin typeface="Arial" panose="020B0604020202020204" pitchFamily="34" charset="0"/>
                <a:cs typeface="Arial" panose="020B0604020202020204" pitchFamily="34" charset="0"/>
              </a:rPr>
              <a:t>C#</a:t>
            </a:r>
          </a:p>
        </p:txBody>
      </p:sp>
    </p:spTree>
    <p:extLst>
      <p:ext uri="{BB962C8B-B14F-4D97-AF65-F5344CB8AC3E}">
        <p14:creationId xmlns:p14="http://schemas.microsoft.com/office/powerpoint/2010/main" val="2057329635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Прямоугольник 8">
            <a:extLst>
              <a:ext uri="{FF2B5EF4-FFF2-40B4-BE49-F238E27FC236}">
                <a16:creationId xmlns:a16="http://schemas.microsoft.com/office/drawing/2014/main" id="{0D61A3C7-4E6B-85AD-DD84-08739ED10AC7}"/>
              </a:ext>
            </a:extLst>
          </p:cNvPr>
          <p:cNvSpPr/>
          <p:nvPr/>
        </p:nvSpPr>
        <p:spPr>
          <a:xfrm>
            <a:off x="-1" y="0"/>
            <a:ext cx="12192000" cy="6858000"/>
          </a:xfrm>
          <a:prstGeom prst="rect">
            <a:avLst/>
          </a:prstGeom>
          <a:solidFill>
            <a:srgbClr val="EADA9E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830DA6B1-AFAA-B43F-424F-7D28736F06D2}"/>
              </a:ext>
            </a:extLst>
          </p:cNvPr>
          <p:cNvSpPr txBox="1"/>
          <p:nvPr/>
        </p:nvSpPr>
        <p:spPr>
          <a:xfrm>
            <a:off x="11525639" y="6183404"/>
            <a:ext cx="41599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2400" dirty="0">
                <a:solidFill>
                  <a:schemeClr val="accent6">
                    <a:lumMod val="75000"/>
                  </a:schemeClr>
                </a:solidFill>
                <a:latin typeface="Arial Black" panose="020B0A04020102020204" pitchFamily="34" charset="0"/>
              </a:rPr>
              <a:t>4</a:t>
            </a:r>
          </a:p>
        </p:txBody>
      </p:sp>
      <p:pic>
        <p:nvPicPr>
          <p:cNvPr id="10" name="Рисунок 9">
            <a:extLst>
              <a:ext uri="{FF2B5EF4-FFF2-40B4-BE49-F238E27FC236}">
                <a16:creationId xmlns:a16="http://schemas.microsoft.com/office/drawing/2014/main" id="{2AA2A5B1-35AB-C6EC-6827-E8342CAAFFD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4828" y="1361896"/>
            <a:ext cx="10062341" cy="4821508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5FF33FC1-4A5A-6754-AFAB-107C5F72DBDB}"/>
              </a:ext>
            </a:extLst>
          </p:cNvPr>
          <p:cNvSpPr txBox="1"/>
          <p:nvPr/>
        </p:nvSpPr>
        <p:spPr>
          <a:xfrm>
            <a:off x="370115" y="251067"/>
            <a:ext cx="9212424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sz="4400" dirty="0">
                <a:latin typeface="Arial" panose="020B0604020202020204" pitchFamily="34" charset="0"/>
                <a:cs typeface="Arial" panose="020B0604020202020204" pitchFamily="34" charset="0"/>
              </a:rPr>
              <a:t>Контекстная диаграмма</a:t>
            </a:r>
            <a:endParaRPr lang="en-US" sz="44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040585686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Прямоугольник 3">
            <a:extLst>
              <a:ext uri="{FF2B5EF4-FFF2-40B4-BE49-F238E27FC236}">
                <a16:creationId xmlns:a16="http://schemas.microsoft.com/office/drawing/2014/main" id="{88A108B3-5818-6264-1CD6-3D23BFF1B259}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B3D5B4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/>
          </a:p>
        </p:txBody>
      </p:sp>
      <p:sp>
        <p:nvSpPr>
          <p:cNvPr id="8" name="Прямоугольник 7">
            <a:extLst>
              <a:ext uri="{FF2B5EF4-FFF2-40B4-BE49-F238E27FC236}">
                <a16:creationId xmlns:a16="http://schemas.microsoft.com/office/drawing/2014/main" id="{6A0066BD-3270-2326-403B-286F6C79ABE4}"/>
              </a:ext>
            </a:extLst>
          </p:cNvPr>
          <p:cNvSpPr/>
          <p:nvPr/>
        </p:nvSpPr>
        <p:spPr>
          <a:xfrm>
            <a:off x="0" y="331978"/>
            <a:ext cx="5791201" cy="744878"/>
          </a:xfrm>
          <a:prstGeom prst="rect">
            <a:avLst/>
          </a:prstGeom>
          <a:solidFill>
            <a:schemeClr val="accent1">
              <a:alpha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F71A844B-7627-0241-B45B-44F2D9D1EF05}"/>
              </a:ext>
            </a:extLst>
          </p:cNvPr>
          <p:cNvSpPr txBox="1"/>
          <p:nvPr/>
        </p:nvSpPr>
        <p:spPr>
          <a:xfrm>
            <a:off x="34213" y="393842"/>
            <a:ext cx="7943460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sz="3600" b="1" dirty="0">
                <a:latin typeface="Arial Narrow" panose="020B0606020202030204" pitchFamily="34" charset="0"/>
              </a:rPr>
              <a:t>Ввод данных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830DA6B1-AFAA-B43F-424F-7D28736F06D2}"/>
              </a:ext>
            </a:extLst>
          </p:cNvPr>
          <p:cNvSpPr txBox="1"/>
          <p:nvPr/>
        </p:nvSpPr>
        <p:spPr>
          <a:xfrm>
            <a:off x="11525639" y="6183404"/>
            <a:ext cx="41599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2400" dirty="0">
                <a:solidFill>
                  <a:schemeClr val="accent6">
                    <a:lumMod val="75000"/>
                  </a:schemeClr>
                </a:solidFill>
                <a:latin typeface="Arial Black" panose="020B0A04020102020204" pitchFamily="34" charset="0"/>
              </a:rPr>
              <a:t>5</a:t>
            </a:r>
          </a:p>
        </p:txBody>
      </p:sp>
      <p:pic>
        <p:nvPicPr>
          <p:cNvPr id="11" name="Рисунок 10">
            <a:extLst>
              <a:ext uri="{FF2B5EF4-FFF2-40B4-BE49-F238E27FC236}">
                <a16:creationId xmlns:a16="http://schemas.microsoft.com/office/drawing/2014/main" id="{36887CF3-5465-38C0-17BD-37C03DE3F43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76952" y="1470698"/>
            <a:ext cx="9238095" cy="4600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30650421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Прямоугольник 3">
            <a:extLst>
              <a:ext uri="{FF2B5EF4-FFF2-40B4-BE49-F238E27FC236}">
                <a16:creationId xmlns:a16="http://schemas.microsoft.com/office/drawing/2014/main" id="{88A108B3-5818-6264-1CD6-3D23BFF1B259}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B3D5B4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8" name="Прямоугольник 7">
            <a:extLst>
              <a:ext uri="{FF2B5EF4-FFF2-40B4-BE49-F238E27FC236}">
                <a16:creationId xmlns:a16="http://schemas.microsoft.com/office/drawing/2014/main" id="{6A0066BD-3270-2326-403B-286F6C79ABE4}"/>
              </a:ext>
            </a:extLst>
          </p:cNvPr>
          <p:cNvSpPr/>
          <p:nvPr/>
        </p:nvSpPr>
        <p:spPr>
          <a:xfrm>
            <a:off x="0" y="331978"/>
            <a:ext cx="5791201" cy="744878"/>
          </a:xfrm>
          <a:prstGeom prst="rect">
            <a:avLst/>
          </a:prstGeom>
          <a:solidFill>
            <a:schemeClr val="accent1">
              <a:alpha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F71A844B-7627-0241-B45B-44F2D9D1EF05}"/>
              </a:ext>
            </a:extLst>
          </p:cNvPr>
          <p:cNvSpPr txBox="1"/>
          <p:nvPr/>
        </p:nvSpPr>
        <p:spPr>
          <a:xfrm>
            <a:off x="34213" y="393842"/>
            <a:ext cx="6366588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sz="3600" b="1" dirty="0">
                <a:latin typeface="Arial Narrow" panose="020B0606020202030204" pitchFamily="34" charset="0"/>
              </a:rPr>
              <a:t>Система движения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830DA6B1-AFAA-B43F-424F-7D28736F06D2}"/>
              </a:ext>
            </a:extLst>
          </p:cNvPr>
          <p:cNvSpPr txBox="1"/>
          <p:nvPr/>
        </p:nvSpPr>
        <p:spPr>
          <a:xfrm>
            <a:off x="11525639" y="6183404"/>
            <a:ext cx="41599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2400" dirty="0">
                <a:solidFill>
                  <a:schemeClr val="accent6">
                    <a:lumMod val="75000"/>
                  </a:schemeClr>
                </a:solidFill>
                <a:latin typeface="Arial Black" panose="020B0A04020102020204" pitchFamily="34" charset="0"/>
              </a:rPr>
              <a:t>5</a:t>
            </a:r>
          </a:p>
        </p:txBody>
      </p:sp>
      <p:pic>
        <p:nvPicPr>
          <p:cNvPr id="7" name="Рисунок 6">
            <a:extLst>
              <a:ext uri="{FF2B5EF4-FFF2-40B4-BE49-F238E27FC236}">
                <a16:creationId xmlns:a16="http://schemas.microsoft.com/office/drawing/2014/main" id="{CC627B56-63AD-E2F5-9622-5B99C5603B1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2500" y="1668236"/>
            <a:ext cx="10555888" cy="382429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1186031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Прямоугольник 3">
            <a:extLst>
              <a:ext uri="{FF2B5EF4-FFF2-40B4-BE49-F238E27FC236}">
                <a16:creationId xmlns:a16="http://schemas.microsoft.com/office/drawing/2014/main" id="{88A108B3-5818-6264-1CD6-3D23BFF1B259}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B3D5B4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8" name="Прямоугольник 7">
            <a:extLst>
              <a:ext uri="{FF2B5EF4-FFF2-40B4-BE49-F238E27FC236}">
                <a16:creationId xmlns:a16="http://schemas.microsoft.com/office/drawing/2014/main" id="{6A0066BD-3270-2326-403B-286F6C79ABE4}"/>
              </a:ext>
            </a:extLst>
          </p:cNvPr>
          <p:cNvSpPr/>
          <p:nvPr/>
        </p:nvSpPr>
        <p:spPr>
          <a:xfrm>
            <a:off x="0" y="331978"/>
            <a:ext cx="5791201" cy="744878"/>
          </a:xfrm>
          <a:prstGeom prst="rect">
            <a:avLst/>
          </a:prstGeom>
          <a:solidFill>
            <a:schemeClr val="accent1">
              <a:alpha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F71A844B-7627-0241-B45B-44F2D9D1EF05}"/>
              </a:ext>
            </a:extLst>
          </p:cNvPr>
          <p:cNvSpPr txBox="1"/>
          <p:nvPr/>
        </p:nvSpPr>
        <p:spPr>
          <a:xfrm>
            <a:off x="304800" y="412030"/>
            <a:ext cx="5486401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sz="3600" b="1" dirty="0">
                <a:latin typeface="Arial Narrow" panose="020B0606020202030204" pitchFamily="34" charset="0"/>
              </a:rPr>
              <a:t>Реализация движения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830DA6B1-AFAA-B43F-424F-7D28736F06D2}"/>
              </a:ext>
            </a:extLst>
          </p:cNvPr>
          <p:cNvSpPr txBox="1"/>
          <p:nvPr/>
        </p:nvSpPr>
        <p:spPr>
          <a:xfrm>
            <a:off x="11525639" y="6183404"/>
            <a:ext cx="41599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2400" dirty="0">
                <a:solidFill>
                  <a:schemeClr val="accent6">
                    <a:lumMod val="75000"/>
                  </a:schemeClr>
                </a:solidFill>
                <a:latin typeface="Arial Black" panose="020B0A04020102020204" pitchFamily="34" charset="0"/>
              </a:rPr>
              <a:t>6</a:t>
            </a:r>
          </a:p>
        </p:txBody>
      </p:sp>
      <p:pic>
        <p:nvPicPr>
          <p:cNvPr id="7" name="Рисунок 6" descr="Изображение выглядит как текст, электроника, компьютер&#10;&#10;Автоматически созданное описание">
            <a:extLst>
              <a:ext uri="{FF2B5EF4-FFF2-40B4-BE49-F238E27FC236}">
                <a16:creationId xmlns:a16="http://schemas.microsoft.com/office/drawing/2014/main" id="{9A94BB37-156D-BA25-5661-45FCC2BE47D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9477" y="1408834"/>
            <a:ext cx="10793045" cy="470052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74325486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Прямоугольник 3">
            <a:extLst>
              <a:ext uri="{FF2B5EF4-FFF2-40B4-BE49-F238E27FC236}">
                <a16:creationId xmlns:a16="http://schemas.microsoft.com/office/drawing/2014/main" id="{88A108B3-5818-6264-1CD6-3D23BFF1B259}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B3D5B4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8" name="Прямоугольник 7">
            <a:extLst>
              <a:ext uri="{FF2B5EF4-FFF2-40B4-BE49-F238E27FC236}">
                <a16:creationId xmlns:a16="http://schemas.microsoft.com/office/drawing/2014/main" id="{6A0066BD-3270-2326-403B-286F6C79ABE4}"/>
              </a:ext>
            </a:extLst>
          </p:cNvPr>
          <p:cNvSpPr/>
          <p:nvPr/>
        </p:nvSpPr>
        <p:spPr>
          <a:xfrm>
            <a:off x="0" y="331978"/>
            <a:ext cx="5791201" cy="744878"/>
          </a:xfrm>
          <a:prstGeom prst="rect">
            <a:avLst/>
          </a:prstGeom>
          <a:solidFill>
            <a:schemeClr val="accent1">
              <a:alpha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F71A844B-7627-0241-B45B-44F2D9D1EF05}"/>
              </a:ext>
            </a:extLst>
          </p:cNvPr>
          <p:cNvSpPr txBox="1"/>
          <p:nvPr/>
        </p:nvSpPr>
        <p:spPr>
          <a:xfrm>
            <a:off x="304800" y="412030"/>
            <a:ext cx="5486401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sz="3600" b="1" dirty="0">
                <a:latin typeface="Arial Narrow" panose="020B0606020202030204" pitchFamily="34" charset="0"/>
              </a:rPr>
              <a:t>Подсистемы управления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830DA6B1-AFAA-B43F-424F-7D28736F06D2}"/>
              </a:ext>
            </a:extLst>
          </p:cNvPr>
          <p:cNvSpPr txBox="1"/>
          <p:nvPr/>
        </p:nvSpPr>
        <p:spPr>
          <a:xfrm>
            <a:off x="11525639" y="6183404"/>
            <a:ext cx="41599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2400" dirty="0">
                <a:solidFill>
                  <a:schemeClr val="accent6">
                    <a:lumMod val="75000"/>
                  </a:schemeClr>
                </a:solidFill>
                <a:latin typeface="Arial Black" panose="020B0A04020102020204" pitchFamily="34" charset="0"/>
              </a:rPr>
              <a:t>6</a:t>
            </a:r>
          </a:p>
        </p:txBody>
      </p:sp>
      <p:pic>
        <p:nvPicPr>
          <p:cNvPr id="9" name="Рисунок 8">
            <a:extLst>
              <a:ext uri="{FF2B5EF4-FFF2-40B4-BE49-F238E27FC236}">
                <a16:creationId xmlns:a16="http://schemas.microsoft.com/office/drawing/2014/main" id="{A0DA63EB-A092-44B7-1EBD-A6419283646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79637" y="1226021"/>
            <a:ext cx="7902268" cy="541904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76205623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Прямоугольник 3">
            <a:extLst>
              <a:ext uri="{FF2B5EF4-FFF2-40B4-BE49-F238E27FC236}">
                <a16:creationId xmlns:a16="http://schemas.microsoft.com/office/drawing/2014/main" id="{88A108B3-5818-6264-1CD6-3D23BFF1B259}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B3D5B4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8" name="Прямоугольник 7">
            <a:extLst>
              <a:ext uri="{FF2B5EF4-FFF2-40B4-BE49-F238E27FC236}">
                <a16:creationId xmlns:a16="http://schemas.microsoft.com/office/drawing/2014/main" id="{6A0066BD-3270-2326-403B-286F6C79ABE4}"/>
              </a:ext>
            </a:extLst>
          </p:cNvPr>
          <p:cNvSpPr/>
          <p:nvPr/>
        </p:nvSpPr>
        <p:spPr>
          <a:xfrm>
            <a:off x="0" y="331978"/>
            <a:ext cx="5791201" cy="744878"/>
          </a:xfrm>
          <a:prstGeom prst="rect">
            <a:avLst/>
          </a:prstGeom>
          <a:solidFill>
            <a:schemeClr val="accent1">
              <a:alpha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F71A844B-7627-0241-B45B-44F2D9D1EF05}"/>
              </a:ext>
            </a:extLst>
          </p:cNvPr>
          <p:cNvSpPr txBox="1"/>
          <p:nvPr/>
        </p:nvSpPr>
        <p:spPr>
          <a:xfrm>
            <a:off x="304800" y="412030"/>
            <a:ext cx="5486401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sz="3600" b="1" dirty="0">
                <a:latin typeface="Arial Narrow" panose="020B0606020202030204" pitchFamily="34" charset="0"/>
              </a:rPr>
              <a:t>Реализация управления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830DA6B1-AFAA-B43F-424F-7D28736F06D2}"/>
              </a:ext>
            </a:extLst>
          </p:cNvPr>
          <p:cNvSpPr txBox="1"/>
          <p:nvPr/>
        </p:nvSpPr>
        <p:spPr>
          <a:xfrm>
            <a:off x="11525639" y="6183404"/>
            <a:ext cx="41599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2400" dirty="0">
                <a:solidFill>
                  <a:schemeClr val="accent6">
                    <a:lumMod val="75000"/>
                  </a:schemeClr>
                </a:solidFill>
                <a:latin typeface="Arial Black" panose="020B0A04020102020204" pitchFamily="34" charset="0"/>
              </a:rPr>
              <a:t>6</a:t>
            </a:r>
          </a:p>
        </p:txBody>
      </p:sp>
      <p:pic>
        <p:nvPicPr>
          <p:cNvPr id="10" name="Рисунок 9">
            <a:extLst>
              <a:ext uri="{FF2B5EF4-FFF2-40B4-BE49-F238E27FC236}">
                <a16:creationId xmlns:a16="http://schemas.microsoft.com/office/drawing/2014/main" id="{C364429E-ECCE-AA69-9398-72863156E08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27128" y="1408834"/>
            <a:ext cx="8849097" cy="490992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85162394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Прямоугольник 3">
            <a:extLst>
              <a:ext uri="{FF2B5EF4-FFF2-40B4-BE49-F238E27FC236}">
                <a16:creationId xmlns:a16="http://schemas.microsoft.com/office/drawing/2014/main" id="{88A108B3-5818-6264-1CD6-3D23BFF1B259}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B3D5B4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8" name="Прямоугольник 7">
            <a:extLst>
              <a:ext uri="{FF2B5EF4-FFF2-40B4-BE49-F238E27FC236}">
                <a16:creationId xmlns:a16="http://schemas.microsoft.com/office/drawing/2014/main" id="{6A0066BD-3270-2326-403B-286F6C79ABE4}"/>
              </a:ext>
            </a:extLst>
          </p:cNvPr>
          <p:cNvSpPr/>
          <p:nvPr/>
        </p:nvSpPr>
        <p:spPr>
          <a:xfrm>
            <a:off x="0" y="331978"/>
            <a:ext cx="5791201" cy="744878"/>
          </a:xfrm>
          <a:prstGeom prst="rect">
            <a:avLst/>
          </a:prstGeom>
          <a:solidFill>
            <a:schemeClr val="accent1">
              <a:alpha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F71A844B-7627-0241-B45B-44F2D9D1EF05}"/>
              </a:ext>
            </a:extLst>
          </p:cNvPr>
          <p:cNvSpPr txBox="1"/>
          <p:nvPr/>
        </p:nvSpPr>
        <p:spPr>
          <a:xfrm>
            <a:off x="304800" y="412030"/>
            <a:ext cx="5486401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sz="3600" b="1" dirty="0">
                <a:latin typeface="Arial Narrow" panose="020B0606020202030204" pitchFamily="34" charset="0"/>
              </a:rPr>
              <a:t>Расширения редактора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830DA6B1-AFAA-B43F-424F-7D28736F06D2}"/>
              </a:ext>
            </a:extLst>
          </p:cNvPr>
          <p:cNvSpPr txBox="1"/>
          <p:nvPr/>
        </p:nvSpPr>
        <p:spPr>
          <a:xfrm>
            <a:off x="11525639" y="6183404"/>
            <a:ext cx="41599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2400" dirty="0">
                <a:solidFill>
                  <a:schemeClr val="accent6">
                    <a:lumMod val="75000"/>
                  </a:schemeClr>
                </a:solidFill>
                <a:latin typeface="Arial Black" panose="020B0A04020102020204" pitchFamily="34" charset="0"/>
              </a:rPr>
              <a:t>6</a:t>
            </a:r>
          </a:p>
        </p:txBody>
      </p:sp>
      <p:pic>
        <p:nvPicPr>
          <p:cNvPr id="10" name="Рисунок 9" descr="Изображение выглядит как текст, табло, снимок экрана&#10;&#10;Автоматически созданное описание">
            <a:extLst>
              <a:ext uri="{FF2B5EF4-FFF2-40B4-BE49-F238E27FC236}">
                <a16:creationId xmlns:a16="http://schemas.microsoft.com/office/drawing/2014/main" id="{1C310545-07EC-C03F-A8C7-FD4F867D766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25300" y="2024645"/>
            <a:ext cx="3723640" cy="3885565"/>
          </a:xfrm>
          <a:prstGeom prst="rect">
            <a:avLst/>
          </a:prstGeom>
        </p:spPr>
      </p:pic>
      <p:pic>
        <p:nvPicPr>
          <p:cNvPr id="11" name="Рисунок 10" descr="Изображение выглядит как текст, табло, табличка, снимок экрана&#10;&#10;Автоматически созданное описание">
            <a:extLst>
              <a:ext uri="{FF2B5EF4-FFF2-40B4-BE49-F238E27FC236}">
                <a16:creationId xmlns:a16="http://schemas.microsoft.com/office/drawing/2014/main" id="{0BAA28D1-0108-8D82-6039-7A8F87B0210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74239" y="875641"/>
            <a:ext cx="3740150" cy="357886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6663092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Прямоугольник 3">
            <a:extLst>
              <a:ext uri="{FF2B5EF4-FFF2-40B4-BE49-F238E27FC236}">
                <a16:creationId xmlns:a16="http://schemas.microsoft.com/office/drawing/2014/main" id="{88A108B3-5818-6264-1CD6-3D23BFF1B259}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B3D5B4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8" name="Прямоугольник 7">
            <a:extLst>
              <a:ext uri="{FF2B5EF4-FFF2-40B4-BE49-F238E27FC236}">
                <a16:creationId xmlns:a16="http://schemas.microsoft.com/office/drawing/2014/main" id="{6A0066BD-3270-2326-403B-286F6C79ABE4}"/>
              </a:ext>
            </a:extLst>
          </p:cNvPr>
          <p:cNvSpPr/>
          <p:nvPr/>
        </p:nvSpPr>
        <p:spPr>
          <a:xfrm>
            <a:off x="0" y="331978"/>
            <a:ext cx="5791201" cy="744878"/>
          </a:xfrm>
          <a:prstGeom prst="rect">
            <a:avLst/>
          </a:prstGeom>
          <a:solidFill>
            <a:schemeClr val="accent1">
              <a:alpha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F71A844B-7627-0241-B45B-44F2D9D1EF05}"/>
              </a:ext>
            </a:extLst>
          </p:cNvPr>
          <p:cNvSpPr txBox="1"/>
          <p:nvPr/>
        </p:nvSpPr>
        <p:spPr>
          <a:xfrm>
            <a:off x="304800" y="412030"/>
            <a:ext cx="5486401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sz="3600" b="1" dirty="0">
                <a:latin typeface="Arial Narrow" panose="020B0606020202030204" pitchFamily="34" charset="0"/>
              </a:rPr>
              <a:t>Расширения редактора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830DA6B1-AFAA-B43F-424F-7D28736F06D2}"/>
              </a:ext>
            </a:extLst>
          </p:cNvPr>
          <p:cNvSpPr txBox="1"/>
          <p:nvPr/>
        </p:nvSpPr>
        <p:spPr>
          <a:xfrm>
            <a:off x="11525639" y="6183404"/>
            <a:ext cx="41599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2400" dirty="0">
                <a:solidFill>
                  <a:schemeClr val="accent6">
                    <a:lumMod val="75000"/>
                  </a:schemeClr>
                </a:solidFill>
                <a:latin typeface="Arial Black" panose="020B0A04020102020204" pitchFamily="34" charset="0"/>
              </a:rPr>
              <a:t>6</a:t>
            </a:r>
          </a:p>
        </p:txBody>
      </p:sp>
      <p:pic>
        <p:nvPicPr>
          <p:cNvPr id="10" name="Рисунок 9" descr="Изображение выглядит как текст, табло, снимок экрана&#10;&#10;Автоматически созданное описание">
            <a:extLst>
              <a:ext uri="{FF2B5EF4-FFF2-40B4-BE49-F238E27FC236}">
                <a16:creationId xmlns:a16="http://schemas.microsoft.com/office/drawing/2014/main" id="{1C310545-07EC-C03F-A8C7-FD4F867D766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41505" y="2560405"/>
            <a:ext cx="3723640" cy="3885565"/>
          </a:xfrm>
          <a:prstGeom prst="rect">
            <a:avLst/>
          </a:prstGeom>
        </p:spPr>
      </p:pic>
      <p:pic>
        <p:nvPicPr>
          <p:cNvPr id="11" name="Рисунок 10" descr="Изображение выглядит как текст, табло, табличка, снимок экрана&#10;&#10;Автоматически созданное описание">
            <a:extLst>
              <a:ext uri="{FF2B5EF4-FFF2-40B4-BE49-F238E27FC236}">
                <a16:creationId xmlns:a16="http://schemas.microsoft.com/office/drawing/2014/main" id="{0BAA28D1-0108-8D82-6039-7A8F87B0210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010345" y="847649"/>
            <a:ext cx="3740150" cy="357886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08993496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Прямоугольник 3">
            <a:extLst>
              <a:ext uri="{FF2B5EF4-FFF2-40B4-BE49-F238E27FC236}">
                <a16:creationId xmlns:a16="http://schemas.microsoft.com/office/drawing/2014/main" id="{88A108B3-5818-6264-1CD6-3D23BFF1B259}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B3D5B4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8" name="Прямоугольник 7">
            <a:extLst>
              <a:ext uri="{FF2B5EF4-FFF2-40B4-BE49-F238E27FC236}">
                <a16:creationId xmlns:a16="http://schemas.microsoft.com/office/drawing/2014/main" id="{6A0066BD-3270-2326-403B-286F6C79ABE4}"/>
              </a:ext>
            </a:extLst>
          </p:cNvPr>
          <p:cNvSpPr/>
          <p:nvPr/>
        </p:nvSpPr>
        <p:spPr>
          <a:xfrm>
            <a:off x="0" y="331978"/>
            <a:ext cx="5791201" cy="744878"/>
          </a:xfrm>
          <a:prstGeom prst="rect">
            <a:avLst/>
          </a:prstGeom>
          <a:solidFill>
            <a:schemeClr val="accent1">
              <a:alpha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F71A844B-7627-0241-B45B-44F2D9D1EF05}"/>
              </a:ext>
            </a:extLst>
          </p:cNvPr>
          <p:cNvSpPr txBox="1"/>
          <p:nvPr/>
        </p:nvSpPr>
        <p:spPr>
          <a:xfrm>
            <a:off x="304800" y="412030"/>
            <a:ext cx="5486401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sz="3600" b="1" dirty="0">
                <a:latin typeface="Arial Narrow" panose="020B0606020202030204" pitchFamily="34" charset="0"/>
              </a:rPr>
              <a:t>Тестирование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830DA6B1-AFAA-B43F-424F-7D28736F06D2}"/>
              </a:ext>
            </a:extLst>
          </p:cNvPr>
          <p:cNvSpPr txBox="1"/>
          <p:nvPr/>
        </p:nvSpPr>
        <p:spPr>
          <a:xfrm>
            <a:off x="11525639" y="6183404"/>
            <a:ext cx="41599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2400" dirty="0">
                <a:solidFill>
                  <a:schemeClr val="accent6">
                    <a:lumMod val="75000"/>
                  </a:schemeClr>
                </a:solidFill>
                <a:latin typeface="Arial Black" panose="020B0A04020102020204" pitchFamily="34" charset="0"/>
              </a:rPr>
              <a:t>6</a:t>
            </a:r>
          </a:p>
        </p:txBody>
      </p:sp>
      <p:pic>
        <p:nvPicPr>
          <p:cNvPr id="7" name="Рисунок 6" descr="Изображение выглядит как текст&#10;&#10;Автоматически созданное описание">
            <a:extLst>
              <a:ext uri="{FF2B5EF4-FFF2-40B4-BE49-F238E27FC236}">
                <a16:creationId xmlns:a16="http://schemas.microsoft.com/office/drawing/2014/main" id="{5D5771FD-056D-2686-E5B0-F8686F914C3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307" y="1156908"/>
            <a:ext cx="6895352" cy="3668249"/>
          </a:xfrm>
          <a:prstGeom prst="rect">
            <a:avLst/>
          </a:prstGeom>
        </p:spPr>
      </p:pic>
      <p:pic>
        <p:nvPicPr>
          <p:cNvPr id="9" name="Рисунок 8">
            <a:extLst>
              <a:ext uri="{FF2B5EF4-FFF2-40B4-BE49-F238E27FC236}">
                <a16:creationId xmlns:a16="http://schemas.microsoft.com/office/drawing/2014/main" id="{5723D7FB-3D06-0DC3-F927-941387057CF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86531" y="4582351"/>
            <a:ext cx="6017763" cy="219471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98893246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Прямоугольник 8">
            <a:extLst>
              <a:ext uri="{FF2B5EF4-FFF2-40B4-BE49-F238E27FC236}">
                <a16:creationId xmlns:a16="http://schemas.microsoft.com/office/drawing/2014/main" id="{0D61A3C7-4E6B-85AD-DD84-08739ED10AC7}"/>
              </a:ext>
            </a:extLst>
          </p:cNvPr>
          <p:cNvSpPr/>
          <p:nvPr/>
        </p:nvSpPr>
        <p:spPr>
          <a:xfrm>
            <a:off x="-1" y="0"/>
            <a:ext cx="12192000" cy="6858000"/>
          </a:xfrm>
          <a:prstGeom prst="rect">
            <a:avLst/>
          </a:prstGeom>
          <a:solidFill>
            <a:srgbClr val="F8BD88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F71A844B-7627-0241-B45B-44F2D9D1EF05}"/>
              </a:ext>
            </a:extLst>
          </p:cNvPr>
          <p:cNvSpPr txBox="1"/>
          <p:nvPr/>
        </p:nvSpPr>
        <p:spPr>
          <a:xfrm>
            <a:off x="304801" y="412030"/>
            <a:ext cx="4805680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sz="3200" b="1" dirty="0">
                <a:latin typeface="Arial Narrow" panose="020B0606020202030204" pitchFamily="34" charset="0"/>
              </a:rPr>
              <a:t>Заключение</a:t>
            </a:r>
            <a:endParaRPr lang="ru-RU" sz="3600" b="1" dirty="0">
              <a:latin typeface="Arial Narrow" panose="020B0606020202030204" pitchFamily="34" charset="0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830DA6B1-AFAA-B43F-424F-7D28736F06D2}"/>
              </a:ext>
            </a:extLst>
          </p:cNvPr>
          <p:cNvSpPr txBox="1"/>
          <p:nvPr/>
        </p:nvSpPr>
        <p:spPr>
          <a:xfrm>
            <a:off x="11525639" y="6183404"/>
            <a:ext cx="41599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2400" dirty="0">
                <a:solidFill>
                  <a:schemeClr val="accent6">
                    <a:lumMod val="75000"/>
                  </a:schemeClr>
                </a:solidFill>
                <a:latin typeface="Arial Black" panose="020B0A04020102020204" pitchFamily="34" charset="0"/>
              </a:rPr>
              <a:t>7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6E9B498D-5736-7ABB-6631-1FFD80E1DD9B}"/>
              </a:ext>
            </a:extLst>
          </p:cNvPr>
          <p:cNvSpPr txBox="1"/>
          <p:nvPr/>
        </p:nvSpPr>
        <p:spPr>
          <a:xfrm>
            <a:off x="314129" y="1175793"/>
            <a:ext cx="11563741" cy="563558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30000"/>
              </a:lnSpc>
            </a:pPr>
            <a:r>
              <a:rPr lang="en-US" sz="2800" b="1" dirty="0">
                <a:latin typeface="Arial" panose="020B0604020202020204" pitchFamily="34" charset="0"/>
                <a:cs typeface="Arial" panose="020B0604020202020204" pitchFamily="34" charset="0"/>
              </a:rPr>
              <a:t> 	</a:t>
            </a:r>
            <a:endParaRPr lang="ru-RU" sz="28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457200" indent="-457200">
              <a:lnSpc>
                <a:spcPct val="130000"/>
              </a:lnSpc>
              <a:buFont typeface="Arial" panose="020B0604020202020204" pitchFamily="34" charset="0"/>
              <a:buChar char="•"/>
            </a:pPr>
            <a:r>
              <a:rPr lang="ru-RU" sz="2800" dirty="0">
                <a:latin typeface="Arial" panose="020B0604020202020204" pitchFamily="34" charset="0"/>
                <a:cs typeface="Arial" panose="020B0604020202020204" pitchFamily="34" charset="0"/>
              </a:rPr>
              <a:t>Проведен анализ предметной области</a:t>
            </a:r>
          </a:p>
          <a:p>
            <a:pPr marL="457200" indent="-457200">
              <a:lnSpc>
                <a:spcPct val="130000"/>
              </a:lnSpc>
              <a:buFont typeface="Arial" panose="020B0604020202020204" pitchFamily="34" charset="0"/>
              <a:buChar char="•"/>
            </a:pPr>
            <a:r>
              <a:rPr lang="ru-RU" sz="2800" dirty="0">
                <a:latin typeface="Arial" panose="020B0604020202020204" pitchFamily="34" charset="0"/>
                <a:cs typeface="Arial" panose="020B0604020202020204" pitchFamily="34" charset="0"/>
              </a:rPr>
              <a:t>Спроектированы модули подсистемы</a:t>
            </a:r>
          </a:p>
          <a:p>
            <a:pPr marL="457200" indent="-457200">
              <a:lnSpc>
                <a:spcPct val="130000"/>
              </a:lnSpc>
              <a:buFont typeface="Arial" panose="020B0604020202020204" pitchFamily="34" charset="0"/>
              <a:buChar char="•"/>
            </a:pPr>
            <a:r>
              <a:rPr lang="ru-RU" sz="2800" dirty="0">
                <a:latin typeface="Arial" panose="020B0604020202020204" pitchFamily="34" charset="0"/>
                <a:cs typeface="Arial" panose="020B0604020202020204" pitchFamily="34" charset="0"/>
              </a:rPr>
              <a:t>Выполнена программная реализация</a:t>
            </a:r>
          </a:p>
          <a:p>
            <a:pPr marL="457200" indent="-457200">
              <a:lnSpc>
                <a:spcPct val="130000"/>
              </a:lnSpc>
              <a:buFont typeface="Arial" panose="020B0604020202020204" pitchFamily="34" charset="0"/>
              <a:buChar char="•"/>
            </a:pPr>
            <a:r>
              <a:rPr lang="ru-RU" sz="2800" dirty="0">
                <a:latin typeface="Arial" panose="020B0604020202020204" pitchFamily="34" charset="0"/>
                <a:cs typeface="Arial" panose="020B0604020202020204" pitchFamily="34" charset="0"/>
              </a:rPr>
              <a:t>Связаны подсистемы с визуальной частью</a:t>
            </a:r>
          </a:p>
          <a:p>
            <a:pPr marL="457200" indent="-457200">
              <a:lnSpc>
                <a:spcPct val="130000"/>
              </a:lnSpc>
              <a:buFont typeface="Arial" panose="020B0604020202020204" pitchFamily="34" charset="0"/>
              <a:buChar char="•"/>
            </a:pPr>
            <a:r>
              <a:rPr lang="ru-RU" sz="2800" dirty="0">
                <a:latin typeface="Arial" panose="020B0604020202020204" pitchFamily="34" charset="0"/>
                <a:cs typeface="Arial" panose="020B0604020202020204" pitchFamily="34" charset="0"/>
              </a:rPr>
              <a:t>Выполнено модульное тестирование</a:t>
            </a:r>
          </a:p>
          <a:p>
            <a:pPr>
              <a:lnSpc>
                <a:spcPct val="130000"/>
              </a:lnSpc>
            </a:pPr>
            <a:endParaRPr lang="ru-RU" sz="28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>
              <a:lnSpc>
                <a:spcPct val="130000"/>
              </a:lnSpc>
            </a:pPr>
            <a:endParaRPr lang="ru-RU" sz="28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>
              <a:lnSpc>
                <a:spcPct val="130000"/>
              </a:lnSpc>
            </a:pPr>
            <a:endParaRPr lang="ru-RU" sz="28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>
              <a:lnSpc>
                <a:spcPct val="130000"/>
              </a:lnSpc>
            </a:pPr>
            <a:endParaRPr lang="ru-RU" sz="28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03349445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Прямоугольник 8">
            <a:extLst>
              <a:ext uri="{FF2B5EF4-FFF2-40B4-BE49-F238E27FC236}">
                <a16:creationId xmlns:a16="http://schemas.microsoft.com/office/drawing/2014/main" id="{0D61A3C7-4E6B-85AD-DD84-08739ED10AC7}"/>
              </a:ext>
            </a:extLst>
          </p:cNvPr>
          <p:cNvSpPr/>
          <p:nvPr/>
        </p:nvSpPr>
        <p:spPr>
          <a:xfrm>
            <a:off x="-1" y="0"/>
            <a:ext cx="12192000" cy="6858000"/>
          </a:xfrm>
          <a:prstGeom prst="rect">
            <a:avLst/>
          </a:prstGeom>
          <a:solidFill>
            <a:srgbClr val="F8BD88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F71A844B-7627-0241-B45B-44F2D9D1EF05}"/>
              </a:ext>
            </a:extLst>
          </p:cNvPr>
          <p:cNvSpPr txBox="1"/>
          <p:nvPr/>
        </p:nvSpPr>
        <p:spPr>
          <a:xfrm>
            <a:off x="1424474" y="2790503"/>
            <a:ext cx="8605933" cy="101566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sz="6000" b="1" dirty="0">
                <a:latin typeface="Arial Narrow" panose="020B0606020202030204" pitchFamily="34" charset="0"/>
              </a:rPr>
              <a:t>Благодарю за внимание !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830DA6B1-AFAA-B43F-424F-7D28736F06D2}"/>
              </a:ext>
            </a:extLst>
          </p:cNvPr>
          <p:cNvSpPr txBox="1"/>
          <p:nvPr/>
        </p:nvSpPr>
        <p:spPr>
          <a:xfrm>
            <a:off x="11525639" y="6183404"/>
            <a:ext cx="41599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2400" dirty="0">
                <a:solidFill>
                  <a:schemeClr val="accent6">
                    <a:lumMod val="75000"/>
                  </a:schemeClr>
                </a:solidFill>
                <a:latin typeface="Arial Black" panose="020B0A04020102020204" pitchFamily="34" charset="0"/>
              </a:rPr>
              <a:t>7</a:t>
            </a:r>
          </a:p>
        </p:txBody>
      </p:sp>
    </p:spTree>
    <p:extLst>
      <p:ext uri="{BB962C8B-B14F-4D97-AF65-F5344CB8AC3E}">
        <p14:creationId xmlns:p14="http://schemas.microsoft.com/office/powerpoint/2010/main" val="228968667"/>
      </p:ext>
    </p:extLst>
  </p:cSld>
  <p:clrMapOvr>
    <a:masterClrMapping/>
  </p:clrMapOvr>
</p:sld>
</file>

<file path=ppt/theme/theme1.xml><?xml version="1.0" encoding="utf-8"?>
<a:theme xmlns:a="http://schemas.openxmlformats.org/drawingml/2006/main" name="Тема Office">
  <a:themeElements>
    <a:clrScheme name="Серая">
      <a:dk1>
        <a:sysClr val="windowText" lastClr="000000"/>
      </a:dk1>
      <a:lt1>
        <a:sysClr val="window" lastClr="FFFFFF"/>
      </a:lt1>
      <a:dk2>
        <a:srgbClr val="000000"/>
      </a:dk2>
      <a:lt2>
        <a:srgbClr val="F8F8F8"/>
      </a:lt2>
      <a:accent1>
        <a:srgbClr val="DDDDDD"/>
      </a:accent1>
      <a:accent2>
        <a:srgbClr val="B2B2B2"/>
      </a:accent2>
      <a:accent3>
        <a:srgbClr val="969696"/>
      </a:accent3>
      <a:accent4>
        <a:srgbClr val="808080"/>
      </a:accent4>
      <a:accent5>
        <a:srgbClr val="5F5F5F"/>
      </a:accent5>
      <a:accent6>
        <a:srgbClr val="4D4D4D"/>
      </a:accent6>
      <a:hlink>
        <a:srgbClr val="5F5F5F"/>
      </a:hlink>
      <a:folHlink>
        <a:srgbClr val="919191"/>
      </a:folHlink>
    </a:clrScheme>
    <a:fontScheme name="Стандартная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428</TotalTime>
  <Words>185</Words>
  <Application>Microsoft Office PowerPoint</Application>
  <PresentationFormat>Широкоэкранный</PresentationFormat>
  <Paragraphs>58</Paragraphs>
  <Slides>16</Slides>
  <Notes>0</Notes>
  <HiddenSlides>0</HiddenSlides>
  <MMClips>0</MMClips>
  <ScaleCrop>false</ScaleCrop>
  <HeadingPairs>
    <vt:vector size="6" baseType="variant">
      <vt:variant>
        <vt:lpstr>Использованные шрифты</vt:lpstr>
      </vt:variant>
      <vt:variant>
        <vt:i4>6</vt:i4>
      </vt:variant>
      <vt:variant>
        <vt:lpstr>Тема</vt:lpstr>
      </vt:variant>
      <vt:variant>
        <vt:i4>1</vt:i4>
      </vt:variant>
      <vt:variant>
        <vt:lpstr>Заголовки слайдов</vt:lpstr>
      </vt:variant>
      <vt:variant>
        <vt:i4>16</vt:i4>
      </vt:variant>
    </vt:vector>
  </HeadingPairs>
  <TitlesOfParts>
    <vt:vector size="23" baseType="lpstr">
      <vt:lpstr>Arial</vt:lpstr>
      <vt:lpstr>Arial Black</vt:lpstr>
      <vt:lpstr>Arial Narrow</vt:lpstr>
      <vt:lpstr>Arial Nova Light</vt:lpstr>
      <vt:lpstr>Calibri</vt:lpstr>
      <vt:lpstr>Calibri Light</vt:lpstr>
      <vt:lpstr>Тема Office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Презентация PowerPoint</dc:title>
  <dc:creator>Татьяна Сергеевна Уманец</dc:creator>
  <cp:lastModifiedBy>Артем А. Богунов</cp:lastModifiedBy>
  <cp:revision>66</cp:revision>
  <dcterms:created xsi:type="dcterms:W3CDTF">2022-06-04T14:45:18Z</dcterms:created>
  <dcterms:modified xsi:type="dcterms:W3CDTF">2022-06-09T14:58:29Z</dcterms:modified>
</cp:coreProperties>
</file>